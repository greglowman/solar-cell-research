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78600" y="315200"/>
            <a:ext cx="4493400" cy="15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Question: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Shunt and Series Resistance against FF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Overview: 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Analyzed resistance trends across all cells using a multi-variable linear regression (MLR) model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Compared results to Fill Factor (FF) to show and interpret correlations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78600" y="3986500"/>
            <a:ext cx="4493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Overall: 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Series resistance shows a moderate correlation with FF 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degradation for C60 5 &amp; 6 with MLR, no significant influence for 3 C60.</a:t>
            </a:r>
            <a:endParaRPr baseline="-25000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8600" y="1988850"/>
            <a:ext cx="4493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Findings: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Fill factor decreased at a faster rate for cells with 5 and 6 C60 cycles.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eries resistance of the cells with 5 and 6 C60 cycles has a moderate impact on cell efficiency using MLR.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Series resistance has a minimal impact for C60 3.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different model is likely needed to explain degradation rates.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4096" y="51975"/>
            <a:ext cx="3931454" cy="251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4100" y="2529225"/>
            <a:ext cx="3931449" cy="2519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4100" y="51980"/>
            <a:ext cx="3931449" cy="2519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4100" y="2529225"/>
            <a:ext cx="3931449" cy="261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